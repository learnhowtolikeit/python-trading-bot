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My First Python Trading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Journey from Zero to Automation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The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Installed Visual Studio Code (The Workshop).</a:t>
            </a:r>
          </a:p>
          <a:p>
            <a:r>
              <a:t>Installed Python (The Engine).</a:t>
            </a:r>
          </a:p>
          <a:p>
            <a:r>
              <a:t>Learned to use the Terminal to install libraries.</a:t>
            </a:r>
          </a:p>
          <a:p>
            <a:r>
              <a:t>Key Library Used: 'yfinance' (Connects to Yahoo Finance API).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The First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Fetch a single stock price.</a:t>
            </a:r>
          </a:p>
          <a:p>
            <a:r>
              <a:t>Learned how to import libraries.</a:t>
            </a:r>
          </a:p>
          <a:p>
            <a:r>
              <a:t>Wrote code to 'Ask' Yahoo for NVDA data.</a:t>
            </a:r>
          </a:p>
          <a:p>
            <a:r>
              <a:t>Success: Printed '$182.81' to the terminal.</a:t>
            </a:r>
          </a:p>
          <a:p>
            <a:r>
              <a:t>Realization: This was a script, not a bot (it didn't loop).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The Loop (Bot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Make it run automatically.</a:t>
            </a:r>
          </a:p>
          <a:p>
            <a:r>
              <a:t>Added a 'While True' loop (Infinite Loop).</a:t>
            </a:r>
          </a:p>
          <a:p>
            <a:r>
              <a:t>Added 'Time.sleep(10)' to prevent crashing the computer.</a:t>
            </a:r>
          </a:p>
          <a:p>
            <a:r>
              <a:t>Result: The script now watches the market 24/7.</a:t>
            </a:r>
          </a:p>
          <a:p>
            <a:r>
              <a:t>It prints a new price update every 10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'Logic': Only notify me if price drops below $180.</a:t>
            </a:r>
          </a:p>
          <a:p>
            <a:r>
              <a:t>Paper Trading: Connect to a fake money account.</a:t>
            </a:r>
          </a:p>
          <a:p>
            <a:r>
              <a:t>Expansion: Move from Webull (Manual) to API Trading.</a:t>
            </a:r>
          </a:p>
          <a:p>
            <a:r>
              <a:t>Goal: Fully automated swing trading assistance.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