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The Developer's Journey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Building &amp; Publishing a Python Trading Bot</a:t>
            </a:r>
          </a:p>
          <a:p>
            <a:r>
              <a:t>From Zero to GitHub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1: The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Objective: Build an automated stock trading assistant.</a:t>
            </a:r>
          </a:p>
          <a:p>
            <a:pPr/>
            <a:r>
              <a:t>The Problem: We cannot watch the screen 24/7.</a:t>
            </a:r>
          </a:p>
          <a:p>
            <a:pPr/>
            <a:r>
              <a:t>The Solution: A Python script that watches, thinks, and alerts.</a:t>
            </a:r>
          </a:p>
          <a:p>
            <a:pPr/>
            <a:r>
              <a:t>Tools Selected: VS Code (Editor), Python 3.13 (Engine).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2: The Logic (The 'Trifecta')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 programmed the bot to think like a disciplined trader.</a:t>
            </a:r>
          </a:p>
          <a:p>
            <a:pPr/>
            <a:r>
              <a:t>Indicator 1: SMA (20) - Is the trend up?</a:t>
            </a:r>
          </a:p>
          <a:p>
            <a:pPr/>
            <a:r>
              <a:t>Indicator 2: RSI (14) - Is the price fair?</a:t>
            </a:r>
          </a:p>
          <a:p>
            <a:pPr/>
            <a:r>
              <a:t>Indicator 3: MACD (12,26,9) - Is momentum building?</a:t>
            </a:r>
          </a:p>
          <a:p>
            <a:pPr/>
            <a:r>
              <a:t>Rule: The bot only signals when ALL three agree.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3: Automation &amp; Alerts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Challenge: Making it run forever.</a:t>
            </a:r>
          </a:p>
          <a:p>
            <a:pPr/>
            <a:r>
              <a:t>Solution: Implemented a 'While True' infinite loop.</a:t>
            </a:r>
          </a:p>
          <a:p>
            <a:pPr/>
            <a:r>
              <a:t>The Voice: Added 'plyer' to trigger Windows Desktop Notifications.</a:t>
            </a:r>
          </a:p>
          <a:p>
            <a:pPr/>
            <a:r>
              <a:t>The Result: The user can work on other tasks while the bot guards the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4: Persistent Logging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Challenge: How do we know what the bot did while we slept?</a:t>
            </a:r>
          </a:p>
          <a:p>
            <a:pPr/>
            <a:r>
              <a:t>Solution: Added a CSV Logger.</a:t>
            </a:r>
          </a:p>
          <a:p>
            <a:pPr/>
            <a:r>
              <a:t>Mechanism: Python opens 'trade_log.csv' and appends every Buy/Sell decision.</a:t>
            </a:r>
          </a:p>
          <a:p>
            <a:pPr/>
            <a:r>
              <a:t>Benefit: Creates a permanent audit trail for backtesting and review.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5: Version Control (Git)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 turned our folder into a Repository.</a:t>
            </a:r>
          </a:p>
          <a:p>
            <a:pPr/>
            <a:r>
              <a:t>Git Init: Started tracking changes.</a:t>
            </a:r>
          </a:p>
          <a:p>
            <a:pPr/>
            <a:r>
              <a:t>Git Add/Commit: Saved 'snapshots' of our code.</a:t>
            </a:r>
          </a:p>
          <a:p>
            <a:pPr/>
            <a:r>
              <a:t>Why? To prevent data loss and allow us to 'rewind' if we break something.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Step 6: Publishing to the Cloud (GitHub)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Final Step: Uploading to the world.</a:t>
            </a:r>
          </a:p>
          <a:p>
            <a:pPr/>
            <a:r>
              <a:t>Remote Repo: Created a secure box on GitHub.com.</a:t>
            </a:r>
          </a:p>
          <a:p>
            <a:pPr/>
            <a:r>
              <a:t>Push: Sent our local code to the cloud.</a:t>
            </a:r>
          </a:p>
          <a:p>
            <a:pPr/>
            <a:r>
              <a:t>Authentication: Secured the connection using a Personal Access Token (PAT).</a:t>
            </a:r>
          </a:p>
          <a:p>
            <a:pPr/>
            <a:r>
              <a:t>Outcome: The code is now safe, shareable, and professional.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Phase 2: Cloud Hosting (Running 24/7 on a server).</a:t>
            </a:r>
          </a:p>
          <a:p>
            <a:pPr/>
            <a:r>
              <a:t>Phase 3: Salesforce Integration (Logging trades as CRM records).</a:t>
            </a:r>
          </a:p>
          <a:p>
            <a:pPr/>
            <a:r>
              <a:t>Phase 4: Backtesting (Simulating performance on past data).</a:t>
            </a:r>
          </a:p>
          <a:p>
            <a:pPr/>
            <a:r>
              <a:t>Status: Phase 1 Complete.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