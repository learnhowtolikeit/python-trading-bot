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'Trifecta' Trading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Combining SMA, RSI, and MACD for High-Probability Trades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Trading Blind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beginners only look at the Price.</a:t>
            </a:r>
          </a:p>
          <a:p>
            <a:pPr/>
            <a:r>
              <a:t>Risk 1: Buying a 'cheap' stock that is actually crashing (Catching a falling knife).</a:t>
            </a:r>
          </a:p>
          <a:p>
            <a:pPr/>
            <a:r>
              <a:t>Risk 2: Buying a 'strong' stock right before it reverses (FOMO).</a:t>
            </a:r>
          </a:p>
          <a:p>
            <a:pPr/>
            <a:r>
              <a:t>Solution: We need a 'Council of Elders'—3 distinct indicators to confirm every trade.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SMA (Simple Moving Average)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The Trend Filter.</a:t>
            </a:r>
          </a:p>
          <a:p>
            <a:pPr/>
            <a:r>
              <a:t>The Logic: Calculate the average price over the last 20 days.</a:t>
            </a:r>
          </a:p>
          <a:p>
            <a:pPr/>
            <a:r>
              <a:t>The Rule: If Price &gt; SMA, the Trend is UP (Bullish).</a:t>
            </a:r>
          </a:p>
          <a:p>
            <a:pPr/>
            <a:r>
              <a:t>Why we need it: It keeps us on the right side of the market.</a:t>
            </a:r>
          </a:p>
          <a:p>
            <a:pPr/>
            <a:r>
              <a:t>Safety Check: We NEVER buy if the price is below the SMA.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RSI (Relative Strength Index)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Momentum &amp; Timing.</a:t>
            </a:r>
          </a:p>
          <a:p>
            <a:pPr/>
            <a:r>
              <a:t>The Logic: Measures how fast the price is moving (0-100 scale).</a:t>
            </a:r>
          </a:p>
          <a:p>
            <a:pPr/>
            <a:r>
              <a:t>RSI &lt; 30 (Oversold): The stock is temporarily cheap (Good entry).</a:t>
            </a:r>
          </a:p>
          <a:p>
            <a:pPr/>
            <a:r>
              <a:t>RSI &gt; 70 (Overbought): The stock is temporarily expensive (Good exit).</a:t>
            </a:r>
          </a:p>
          <a:p>
            <a:pPr/>
            <a:r>
              <a:t>Why we need it: It prevents us from buying at the very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MACD (Momentum Convergence Divergence)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Role: Momentum Confirmation.</a:t>
            </a:r>
          </a:p>
          <a:p>
            <a:pPr/>
            <a:r>
              <a:t>The Logic: Compares two moving averages to find shifts in power.</a:t>
            </a:r>
          </a:p>
          <a:p>
            <a:pPr/>
            <a:r>
              <a:t>The Signal: The 'Crossover'.</a:t>
            </a:r>
          </a:p>
          <a:p>
            <a:pPr/>
            <a:r>
              <a:t>   - MACD Line crosses ABOVE Signal Line = Bullish Momentum.</a:t>
            </a:r>
          </a:p>
          <a:p>
            <a:pPr/>
            <a:r>
              <a:t>   - MACD Line crosses BELOW Signal Line = Bearish Momentum.</a:t>
            </a:r>
          </a:p>
          <a:p>
            <a:pPr/>
            <a:r>
              <a:t>Why we need it: It confirms the move is real, not a fake-out.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Together: The 'Trifecta'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ONLY trade when all three lights turn GREEN:</a:t>
            </a:r>
          </a:p>
          <a:p>
            <a:pPr/>
            <a:r>
              <a:t>1. Trend: Price is ABOVE the SMA (It's safe).</a:t>
            </a:r>
          </a:p>
          <a:p>
            <a:pPr/>
            <a:r>
              <a:t>2. Value: RSI is NOT Overbought (It's not too expensive).</a:t>
            </a:r>
          </a:p>
          <a:p>
            <a:pPr/>
            <a:r>
              <a:t>3. Momentum: MACD just Crossed UP (The move is starting).</a:t>
            </a:r>
          </a:p>
          <a:p>
            <a:pPr/>
            <a:r>
              <a:t>Result: Higher win rate, lower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Automating the Strategy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Library: 'pandas_ta' calculates all math instantly.</a:t>
            </a:r>
          </a:p>
          <a:p>
            <a:pPr/>
            <a:r>
              <a:t>The Bot's Logic:</a:t>
            </a:r>
          </a:p>
          <a:p>
            <a:pPr/>
            <a:r>
              <a:t>   IF (Price &gt; SMA) AND (RSI &lt; 70) AND (MACD_Cross == True):</a:t>
            </a:r>
          </a:p>
          <a:p>
            <a:pPr/>
            <a:r>
              <a:t>       SEND_ALERT('Golden Trade Opportunity')</a:t>
            </a:r>
          </a:p>
          <a:p>
            <a:pPr/>
            <a:r>
              <a:t>This removes human emotion and ensures discipline.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