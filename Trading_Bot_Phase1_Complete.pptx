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Algorithmic Trading 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1 Completion Report: Desktop Automation</a:t>
            </a:r>
          </a:p>
          <a:p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specific development environment setup.</a:t>
            </a:r>
          </a:p>
          <a:p>
            <a:pPr/>
            <a:r>
              <a:t>Challenge: Create a bot that watches the stock market 24/7.</a:t>
            </a:r>
          </a:p>
          <a:p>
            <a:pPr/>
            <a:r>
              <a:t>Requirement 1: Must run autonomously (no human clicking).</a:t>
            </a:r>
          </a:p>
          <a:p>
            <a:pPr/>
            <a:r>
              <a:t>Requirement 2: Must analyze trends, not just price.</a:t>
            </a:r>
          </a:p>
          <a:p>
            <a:pPr/>
            <a:r>
              <a:t>Requirement 3: Must alert the user and log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The Build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Tool: Visual Studio Code (The Workshop).</a:t>
            </a:r>
          </a:p>
          <a:p>
            <a:pPr/>
            <a:r>
              <a:t>Engine: Python 3.13.</a:t>
            </a:r>
          </a:p>
          <a:p>
            <a:pPr/>
            <a:r>
              <a:t>Package Manager: PIP (Pip Installs Packages).</a:t>
            </a:r>
          </a:p>
          <a:p>
            <a:pPr/>
            <a:r>
              <a:t>Key Library: 'yfinance' (Yahoo Finance API) to fetch live market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The 'Trifecta'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Bot uses three indicators to make decisions (Confluence):</a:t>
            </a:r>
          </a:p>
          <a:p>
            <a:pPr/>
            <a:r>
              <a:t>1. SMA (Simple Moving Average): Determines the Trend direction.</a:t>
            </a:r>
          </a:p>
          <a:p>
            <a:pPr/>
            <a:r>
              <a:t>2. RSI (Relative Strength Index): Determines if price is cheap/expensive.</a:t>
            </a:r>
          </a:p>
          <a:p>
            <a:pPr/>
            <a:r>
              <a:t>3. MACD (Momentum): Confirms the strength of the move.</a:t>
            </a:r>
          </a:p>
          <a:p>
            <a:pPr/>
            <a:r>
              <a:t>Rule: ONLY trade when all three agree.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Desktop Notifications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Challenge: The user cannot stare at the screen all day.</a:t>
            </a:r>
          </a:p>
          <a:p>
            <a:pPr/>
            <a:r>
              <a:t>Solution: Integrated Windows Notification Center.</a:t>
            </a:r>
          </a:p>
          <a:p>
            <a:pPr/>
            <a:r>
              <a:t>Library: 'plyer' (Replaced 'win10toast' due to dependency conflict).</a:t>
            </a:r>
          </a:p>
          <a:p>
            <a:pPr/>
            <a:r>
              <a:t>Result: Bot runs in the background and 'pops up' only when a trade is found.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Paper Trading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Feature: Automated CSV Logging.</a:t>
            </a:r>
          </a:p>
          <a:p>
            <a:pPr/>
            <a:r>
              <a:t>The Logic: Every 'Buy' or 'Sell' decision is written to 'trade_log.csv'.</a:t>
            </a:r>
          </a:p>
          <a:p>
            <a:pPr/>
            <a:r>
              <a:t>Data Captured: Timestamp, Ticker, Action, Price, Reasoning.</a:t>
            </a:r>
          </a:p>
          <a:p>
            <a:pPr/>
            <a:r>
              <a:t>Benefit: Allows for 'Paper Trading' (Simulated betting) to test strategy performance without financial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Language: Python 3.13</a:t>
            </a:r>
          </a:p>
          <a:p>
            <a:pPr/>
            <a:r>
              <a:t>Data Source: yfinance</a:t>
            </a:r>
          </a:p>
          <a:p>
            <a:pPr/>
            <a:r>
              <a:t>Analytics: pandas &amp; pandas_ta</a:t>
            </a:r>
          </a:p>
          <a:p>
            <a:pPr/>
            <a:r>
              <a:t>System Alerts: plyer</a:t>
            </a:r>
          </a:p>
          <a:p>
            <a:pPr/>
            <a:r>
              <a:t>Data Storage: CSV (Excel Compatible)</a:t>
            </a:r>
          </a:p>
          <a:p>
            <a:pPr/>
            <a:r>
              <a:t>Documentation: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