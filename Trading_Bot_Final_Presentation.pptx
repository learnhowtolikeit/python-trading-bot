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Trading Bot: Final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Zero to Desktop Automation</a:t>
            </a:r>
          </a:p>
          <a:p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The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specific development environment setup.</a:t>
            </a:r>
          </a:p>
          <a:p>
            <a:pPr/>
            <a:r>
              <a:t>Installed Visual Studio Code &amp; Python 3.13.</a:t>
            </a:r>
          </a:p>
          <a:p>
            <a:pPr/>
            <a:r>
              <a:t>Mastered 'pip install' to get external tools.</a:t>
            </a:r>
          </a:p>
          <a:p>
            <a:pPr/>
            <a:r>
              <a:t>Library Used: 'yfinance' (Yahoo Finance API).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The First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Script: 'price_check.py'</a:t>
            </a:r>
          </a:p>
          <a:p>
            <a:pPr/>
            <a:r>
              <a:t>Connected to the API to fetch live NVDA price.</a:t>
            </a:r>
          </a:p>
          <a:p>
            <a:pPr/>
            <a:r>
              <a:t>Challenge: The script only ran once and stopped.</a:t>
            </a:r>
          </a:p>
          <a:p>
            <a:pPr/>
            <a:r>
              <a:t>Lesson: Learned the difference between a Script vs. a Bot.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The 'Looping' 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Script: 'bot_loop.py'</a:t>
            </a:r>
          </a:p>
          <a:p>
            <a:pPr/>
            <a:r>
              <a:t>Added 'While True' loop to run 24/7.</a:t>
            </a:r>
          </a:p>
          <a:p>
            <a:pPr/>
            <a:r>
              <a:t>Added 'Time.Sleep' to manage processing power.</a:t>
            </a:r>
          </a:p>
          <a:p>
            <a:pPr/>
            <a:r>
              <a:t>Implemented 'Working Hours' logic (The Bouncer).</a:t>
            </a:r>
          </a:p>
          <a:p>
            <a:pPr/>
            <a:r>
              <a:t>Result: Bot runs autonomously on a schedule.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The Analyst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Script: 'bot_crossover.py'</a:t>
            </a:r>
          </a:p>
          <a:p>
            <a:pPr/>
            <a:r>
              <a:t>Added Moving Average (SMA) calculation.</a:t>
            </a:r>
          </a:p>
          <a:p>
            <a:pPr/>
            <a:r>
              <a:t>Created 'Memory' logic: Only alert on Trend CHANGES.</a:t>
            </a:r>
          </a:p>
          <a:p>
            <a:pPr/>
            <a:r>
              <a:t>Implants: Learned to use 'False Memory' to test alerts.</a:t>
            </a:r>
          </a:p>
          <a:p>
            <a:pPr/>
            <a:r>
              <a:t>Result: Bot analyzes data, doesn't just read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5: Modern Alerts &amp; 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Script: 'bot_plyer_desktop_alert.py'</a:t>
            </a:r>
          </a:p>
          <a:p>
            <a:pPr/>
            <a:r>
              <a:t>Goal: Windows Desktop Notifications.</a:t>
            </a:r>
          </a:p>
          <a:p>
            <a:pPr/>
            <a:r>
              <a:t>Bug Encountered: 'win10toast' failed (Old library vs New Python).</a:t>
            </a:r>
          </a:p>
          <a:p>
            <a:pPr/>
            <a:r>
              <a:t>The Fix: Swapped to 'plyer' (Modern library).</a:t>
            </a:r>
          </a:p>
          <a:p>
            <a:pPr/>
            <a:r>
              <a:t>Result: Successful visual pop-up alerts on trend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