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Python Trading Bot Project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Automating Analysis &amp; Alerts</a:t>
            </a:r>
          </a:p>
          <a:p>
            <a:r>
              <a:t>Created with Python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1: The Foundation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Goal: specific development environment setup.</a:t>
            </a:r>
          </a:p>
          <a:p>
            <a:pPr/>
            <a:r>
              <a:t>Installed Visual Studio Code (The Workshop).</a:t>
            </a:r>
          </a:p>
          <a:p>
            <a:pPr/>
            <a:r>
              <a:t>Installed Python 3 (The Engine).</a:t>
            </a:r>
          </a:p>
          <a:p>
            <a:pPr/>
            <a:r>
              <a:t>Learned 'pip install' to get tools (yfinance).</a:t>
            </a:r>
          </a:p>
          <a:p>
            <a:pPr/>
            <a:r>
              <a:t>Result: Successfully ran first Python command.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2: Data Fetching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Script: 'price_check.py'</a:t>
            </a:r>
          </a:p>
          <a:p>
            <a:pPr/>
            <a:r>
              <a:t>Connected to Yahoo Finance API.</a:t>
            </a:r>
          </a:p>
          <a:p>
            <a:pPr/>
            <a:r>
              <a:t>Fetched live price for NVDA.</a:t>
            </a:r>
          </a:p>
          <a:p>
            <a:pPr/>
            <a:r>
              <a:t>Learned the difference between a Script (manual) and a Bot (automatic).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3: The 'Looping' Bot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Script: 'bot_loop.py'</a:t>
            </a:r>
          </a:p>
          <a:p>
            <a:pPr/>
            <a:r>
              <a:t>Added 'While True' loop to run forever.</a:t>
            </a:r>
          </a:p>
          <a:p>
            <a:pPr/>
            <a:r>
              <a:t>Added 'Time.Sleep' to prevent crashing.</a:t>
            </a:r>
          </a:p>
          <a:p>
            <a:pPr/>
            <a:r>
              <a:t>Implemented 'Working Hours' (The Bouncer logic).</a:t>
            </a:r>
          </a:p>
          <a:p>
            <a:pPr/>
            <a:r>
              <a:t>Result: Bot watches the market 24/7 automatically.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4: Smart Alerts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Script: 'bot_desktop_alert.py'</a:t>
            </a:r>
          </a:p>
          <a:p>
            <a:pPr/>
            <a:r>
              <a:t>Added Moving Average (SMA) logic.</a:t>
            </a:r>
          </a:p>
          <a:p>
            <a:pPr/>
            <a:r>
              <a:t>Created 'Memory' so it only alerts on CHANGES.</a:t>
            </a:r>
          </a:p>
          <a:p>
            <a:pPr/>
            <a:r>
              <a:t>Integrated Windows Desktop Notifications.</a:t>
            </a:r>
          </a:p>
          <a:p>
            <a:pPr/>
            <a:r>
              <a:t>Result: Hands-free trading alerts.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