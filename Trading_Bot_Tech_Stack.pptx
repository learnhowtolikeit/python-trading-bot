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Tech Stack &amp; Dependencies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breakdown of the Python libraries powering the Trading Bot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'pip' and why do we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Concept: Python is a 'bare bones' engine.</a:t>
            </a:r>
          </a:p>
          <a:p>
            <a:pPr/>
            <a:r>
              <a:t>PIP (Pip Installs Packages): The App Store for Python.</a:t>
            </a:r>
          </a:p>
          <a:p>
            <a:pPr/>
            <a:r>
              <a:t>Why we use libraries: To avoid reinventing the wheel.</a:t>
            </a:r>
          </a:p>
          <a:p>
            <a:pPr/>
            <a:r>
              <a:t>Instead of writing complex math or API code from scratch, we download pre-built, tested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Data Feed: 'yfinance'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pip install yfinance</a:t>
            </a:r>
          </a:p>
          <a:p>
            <a:pPr/>
            <a:r>
              <a:t>Purpose: The 'Eyes' of the bot.</a:t>
            </a:r>
          </a:p>
          <a:p>
            <a:pPr/>
            <a:r>
              <a:t>What it does: Connects to Yahoo Finance servers to fetch real-time price history.</a:t>
            </a:r>
          </a:p>
          <a:p>
            <a:pPr/>
            <a:r>
              <a:t>Context: Without this, we would need to manually enter stock prices or pay thousands for a Bloomberg terminal feed.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Brain: 'pandas_ta'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pip install pandas_ta</a:t>
            </a:r>
          </a:p>
          <a:p>
            <a:pPr/>
            <a:r>
              <a:t>Purpose: The 'Analyst' inside the bot.</a:t>
            </a:r>
          </a:p>
          <a:p>
            <a:pPr/>
            <a:r>
              <a:t>What it does: contains the math formulas for 130+ indicators (RSI, MACD, SMA).</a:t>
            </a:r>
          </a:p>
          <a:p>
            <a:pPr/>
            <a:r>
              <a:t>Context: It turns raw price numbers into actionable signals.</a:t>
            </a:r>
          </a:p>
          <a:p>
            <a:pPr/>
            <a:r>
              <a:t>Note: This library relies on 'pandas', the industry standard for data manipulation.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Voice: 'plyer'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pip install plyer</a:t>
            </a:r>
          </a:p>
          <a:p>
            <a:pPr/>
            <a:r>
              <a:t>Purpose: The 'Messenger'.</a:t>
            </a:r>
          </a:p>
          <a:p>
            <a:pPr/>
            <a:r>
              <a:t>What it does: Sends commands to the Windows 10/11 Operating System to trigger a native desktop popup.</a:t>
            </a:r>
          </a:p>
          <a:p>
            <a:pPr/>
            <a:r>
              <a:t>Context: This allows the bot to run in the background (headless) while we work on other things.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Scribe: 'python-pptx'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pip install python-pptx</a:t>
            </a:r>
          </a:p>
          <a:p>
            <a:pPr/>
            <a:r>
              <a:t>Purpose: Automated Documentation.</a:t>
            </a:r>
          </a:p>
          <a:p>
            <a:pPr/>
            <a:r>
              <a:t>What it does: Allows Python to create, edit, and save PowerPoint files.</a:t>
            </a:r>
          </a:p>
          <a:p>
            <a:pPr/>
            <a:r>
              <a:t>Context: We use this to generate reports and lessons learned automatically, ensuring documentation never lags behind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Graveyard: 'win10toast'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 pip install win10toast</a:t>
            </a:r>
          </a:p>
          <a:p>
            <a:pPr/>
            <a:r>
              <a:t>Status: DEPRECATED (Removed).</a:t>
            </a:r>
          </a:p>
          <a:p>
            <a:pPr/>
            <a:r>
              <a:t>The Lesson: Not all libraries are maintained forever.</a:t>
            </a:r>
          </a:p>
          <a:p>
            <a:pPr/>
            <a:r>
              <a:t>The Conflict: It relied on 'pkg_resources', which Python 3.13 no longer supports.</a:t>
            </a:r>
          </a:p>
          <a:p>
            <a:pPr/>
            <a:r>
              <a:t>The Fix: We replaced it with 'plyer', teaching us the importance of modern, maintained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